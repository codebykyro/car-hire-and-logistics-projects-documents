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PILLARS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TY GROU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194560" cy="58782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43484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5AB8FF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5AB8FF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TY GROU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194560" cy="58782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spc="400" kern="0" dirty="0">
                <a:solidFill>
                  <a:srgbClr val="5AB8FF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spc="400" kern="0" dirty="0">
                <a:solidFill>
                  <a:srgbClr val="5AB8FF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92608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TY GROU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554480" cy="41637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7589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468880"/>
            <a:ext cx="75895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Body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 18pt"/>
                <a:ea typeface="Inter 18pt"/>
                <a:cs typeface="Inter 18p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LLA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TY GROU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554480" cy="41637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7589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 18pt"/>
                <a:ea typeface="Inter 18pt"/>
                <a:cs typeface="Inter 18p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TY GROU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2103120"/>
            <a:ext cx="4572000" cy="32232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 18pt"/>
                <a:ea typeface="Inter 18pt"/>
                <a:cs typeface="Inter 18p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8288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businesses that last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4434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AB8FF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A diversified parent company building across sectors.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5AB8FF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926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build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0972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Different industries, one standard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468880"/>
            <a:ext cx="7589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We create, own and grow businesses across sectors.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Every business is held to the same standards of governance and quality.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Shared capital, technology, talent and systems help each business grow sustainably.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 18pt"/>
                <a:ea typeface="Inter 18pt"/>
                <a:cs typeface="Inter 18p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0972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guides us</a:t>
            </a:r>
            <a:endParaRPr lang="en-US" sz="3000" dirty="0"/>
          </a:p>
        </p:txBody>
      </p:sp>
      <p:pic>
        <p:nvPicPr>
          <p:cNvPr id="3" name="Image 0" descr="Bui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rPr>
              <a:t>Build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Turning opportunities into capable, operating businesses.</a:t>
            </a:r>
            <a:endParaRPr lang="en-US" sz="1400" dirty="0"/>
          </a:p>
        </p:txBody>
      </p:sp>
      <p:pic>
        <p:nvPicPr>
          <p:cNvPr id="6" name="Image 1" descr="Excellen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7432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461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rPr>
              <a:t>Excellence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246120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Strong standards in execution, systems and governance.</a:t>
            </a:r>
            <a:endParaRPr lang="en-US" sz="1400" dirty="0"/>
          </a:p>
        </p:txBody>
      </p:sp>
      <p:pic>
        <p:nvPicPr>
          <p:cNvPr id="9" name="Image 2" descr="Innov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4320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4360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Inter 18pt Medium" pitchFamily="34" charset="0"/>
                <a:ea typeface="Inter 18pt Medium" pitchFamily="34" charset="-122"/>
                <a:cs typeface="Inter 18pt Medium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943600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Technology and new thinking that create practical advantages.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 18pt"/>
                <a:ea typeface="Inter 18pt"/>
                <a:cs typeface="Inter 18p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CHITY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CHITY GROUP presentation template</dc:title>
  <dc:subject>PptxGenJS Presentation</dc:subject>
  <dc:creator>CHITY GROUP</dc:creator>
  <cp:lastModifiedBy>CHITY GROUP</cp:lastModifiedBy>
  <cp:revision>1</cp:revision>
  <dcterms:created xsi:type="dcterms:W3CDTF">2026-10-10T08:41:01Z</dcterms:created>
  <dcterms:modified xsi:type="dcterms:W3CDTF">2026-10-10T08:41:01Z</dcterms:modified>
</cp:coreProperties>
</file>